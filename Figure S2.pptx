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8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27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72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6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01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43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45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73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19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947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55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47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B50F5-2394-473A-871C-0100027D484E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CAACA-F0B2-4BBE-ABF6-536088B0C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3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641456" y="1223643"/>
            <a:ext cx="8416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rates of the 25 lactic acid bacteria exposed to simulated gastric (low pH values) and intestinal (without and with bile salts) conditions.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56" y="1837805"/>
            <a:ext cx="8266819" cy="458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66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31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Isadora Lieske</dc:creator>
  <cp:lastModifiedBy>Isadora Lieske</cp:lastModifiedBy>
  <cp:revision>13</cp:revision>
  <dcterms:created xsi:type="dcterms:W3CDTF">2025-02-17T17:02:51Z</dcterms:created>
  <dcterms:modified xsi:type="dcterms:W3CDTF">2025-07-18T17:37:50Z</dcterms:modified>
</cp:coreProperties>
</file>